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C511CB4-ED01-487C-9460-8945D3DC1862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014AA9E-679C-499B-86EA-898AA7682EF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37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1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373216"/>
            <a:ext cx="7772400" cy="1224136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PRESENTATION BY:</a:t>
            </a:r>
          </a:p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PRIYADHARSHINI.K</a:t>
            </a:r>
            <a:endParaRPr lang="en-IN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today’s competitive e-commerce environment, data-driven decision-making is essential for improving sales performance and customer satisfaction. This project focuses on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analyzing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Amazon sales data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using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Power BI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to gain actionable insights into sales trends, product performance, customer behaviour and regional performance. 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           The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dashboard provides an interactive and visual way for stakeholders to monitor key business metrics and make informed strategic decisions.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4000" b="1" dirty="0">
                <a:effectLst/>
                <a:latin typeface="Times New Roman" pitchFamily="18" charset="0"/>
                <a:cs typeface="Times New Roman" pitchFamily="18" charset="0"/>
              </a:rPr>
              <a:t>Introduction</a:t>
            </a:r>
            <a:r>
              <a:rPr lang="en-IN" sz="4000" dirty="0"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000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IN" sz="40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50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Amazon generates large volumes of transactional data, making it difficult to manually track sales performance and identify trends. The key challenges addressed in this project are:</a:t>
            </a:r>
          </a:p>
          <a:p>
            <a:pPr lvl="0" algn="just"/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Lack of a centralized view of sales performance</a:t>
            </a:r>
          </a:p>
          <a:p>
            <a:pPr lvl="0" algn="just"/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Difficulty in identifying top-performing and underperforming products</a:t>
            </a:r>
          </a:p>
          <a:p>
            <a:pPr lvl="0" algn="just"/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Limited visibility into regional and category-wise sales trends</a:t>
            </a:r>
          </a:p>
          <a:p>
            <a:pPr lvl="0" algn="just"/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Need for quick insights into revenue, orders, and customer </a:t>
            </a:r>
            <a:r>
              <a:rPr lang="en-IN" sz="3400" dirty="0" smtClean="0">
                <a:latin typeface="Times New Roman" pitchFamily="18" charset="0"/>
                <a:cs typeface="Times New Roman" pitchFamily="18" charset="0"/>
              </a:rPr>
              <a:t>demand</a:t>
            </a:r>
          </a:p>
          <a:p>
            <a:pPr marL="0" lvl="0" indent="0">
              <a:buNone/>
            </a:pPr>
            <a:r>
              <a:rPr lang="en-IN" sz="3400" b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3400" dirty="0">
                <a:latin typeface="Times New Roman" pitchFamily="18" charset="0"/>
                <a:cs typeface="Times New Roman" pitchFamily="18" charset="0"/>
              </a:rPr>
            </a:b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                To design an interactive Power BI dashboard that summarizes sales performance and helps stakeholders </a:t>
            </a:r>
            <a:r>
              <a:rPr lang="en-IN" sz="3400" dirty="0" err="1">
                <a:latin typeface="Times New Roman" pitchFamily="18" charset="0"/>
                <a:cs typeface="Times New Roman" pitchFamily="18" charset="0"/>
              </a:rPr>
              <a:t>analyze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business outcomes efficiently.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effectLst/>
                <a:latin typeface="Times New Roman" pitchFamily="18" charset="0"/>
                <a:cs typeface="Times New Roman" pitchFamily="18" charset="0"/>
              </a:rPr>
              <a:t>Problem</a:t>
            </a:r>
            <a:r>
              <a:rPr lang="en-IN" sz="4000" b="1" dirty="0">
                <a:effectLst/>
              </a:rPr>
              <a:t> Statement</a:t>
            </a:r>
            <a:r>
              <a:rPr lang="en-IN" b="1" dirty="0">
                <a:effectLst/>
              </a:rPr>
              <a:t/>
            </a:r>
            <a:br>
              <a:rPr lang="en-IN" b="1" dirty="0">
                <a:effectLst/>
              </a:rPr>
            </a:br>
            <a:endParaRPr lang="en-IN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0"/>
            <a:ext cx="1619672" cy="155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1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The dataset contains Amazon sales transaction details, including: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Order ID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Unique identifier for each order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Order Date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Date of purchase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Product Category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Type of product sold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Product Name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Individual product details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Sales Amount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Revenue generated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Quantity Sold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Number of units sold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Customer Location / Region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Geographic sales data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Profit / Cost (if available)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Financial performance indicators</a:t>
            </a:r>
          </a:p>
          <a:p>
            <a:pPr algn="just"/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The dataset is structured and suitable for time-series, category-wise, and regional analysis.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600" b="1" dirty="0">
                <a:effectLst/>
                <a:latin typeface="Times New Roman" pitchFamily="18" charset="0"/>
                <a:cs typeface="Times New Roman" pitchFamily="18" charset="0"/>
              </a:rPr>
              <a:t>Dataset Overview</a:t>
            </a:r>
            <a:br>
              <a:rPr lang="en-IN" sz="3600" b="1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21851"/>
            <a:ext cx="1462933" cy="146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1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Technology Used:</a:t>
            </a:r>
          </a:p>
          <a:p>
            <a:pPr lvl="0"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Microsoft Power BI</a:t>
            </a:r>
          </a:p>
          <a:p>
            <a:pPr lvl="0"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Power Query Editor</a:t>
            </a:r>
          </a:p>
          <a:p>
            <a:pPr lvl="0"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DAX (Data Analysis Expressions)</a:t>
            </a:r>
          </a:p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Data Transformation:</a:t>
            </a:r>
          </a:p>
          <a:p>
            <a:pPr lvl="0"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Removed duplicate and null records</a:t>
            </a:r>
          </a:p>
          <a:p>
            <a:pPr lvl="0"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Standardized date formats</a:t>
            </a:r>
          </a:p>
          <a:p>
            <a:pPr lvl="0"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Created calculated columns such as:</a:t>
            </a:r>
          </a:p>
          <a:p>
            <a:pPr lvl="1" algn="just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Total Sales</a:t>
            </a:r>
          </a:p>
          <a:p>
            <a:pPr lvl="1" algn="just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Profit Margin</a:t>
            </a:r>
          </a:p>
          <a:p>
            <a:pPr lvl="1" algn="just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Year, Month, and Quarter from Order Data</a:t>
            </a:r>
          </a:p>
          <a:p>
            <a:pPr lvl="1" algn="just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Renamed columns for clarity</a:t>
            </a:r>
          </a:p>
          <a:p>
            <a:pPr lvl="0"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Filtered irrelevant or incomplete records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These transformations ensured clean, accurate, and analysis-ready data.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effectLst/>
                <a:latin typeface="Times New Roman" pitchFamily="18" charset="0"/>
                <a:cs typeface="Times New Roman" pitchFamily="18" charset="0"/>
              </a:rPr>
              <a:t>Technology Used &amp; Data Transformation</a:t>
            </a:r>
            <a:br>
              <a:rPr lang="en-IN" sz="2800" b="1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IN" sz="28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833746"/>
            <a:ext cx="2267744" cy="156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7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star schema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approach was used to optimize performance:</a:t>
            </a:r>
          </a:p>
          <a:p>
            <a:pPr lvl="0" algn="just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Fact Table: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Sales Transactions</a:t>
            </a:r>
          </a:p>
          <a:p>
            <a:pPr lvl="0" algn="just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Dimension Tables: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Date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Product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Category</a:t>
            </a:r>
          </a:p>
          <a:p>
            <a:pPr lvl="1"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Region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Relationships were created using primary and foreign keys to allow seamless cross-filtering across visuals.</a:t>
            </a:r>
          </a:p>
          <a:p>
            <a:pPr algn="just"/>
            <a:endParaRPr lang="en-IN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 smtClean="0">
                <a:effectLst/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IN" sz="3200" b="1" dirty="0" err="1">
                <a:effectLst/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3200" b="1" dirty="0"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3200" b="1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IN" sz="32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1988840"/>
            <a:ext cx="2543189" cy="142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4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The dashboard highlights the following Key Performance Indicators (KPIs):</a:t>
            </a:r>
          </a:p>
          <a:p>
            <a:pPr lvl="0"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Total Sales Revenue</a:t>
            </a:r>
          </a:p>
          <a:p>
            <a:pPr lvl="0"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Total Orders</a:t>
            </a:r>
          </a:p>
          <a:p>
            <a:pPr lvl="0"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Total Quantity Sold</a:t>
            </a:r>
          </a:p>
          <a:p>
            <a:pPr lvl="0"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Average Order Value (AOV)</a:t>
            </a:r>
          </a:p>
          <a:p>
            <a:pPr lvl="0"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Top-Selling Product</a:t>
            </a:r>
          </a:p>
          <a:p>
            <a:pPr lvl="0"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Best Performing Category</a:t>
            </a:r>
          </a:p>
          <a:p>
            <a:pPr lvl="0"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Region with Highest Sales</a:t>
            </a:r>
          </a:p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These KPIs provide a quick snapshot of overall business performance.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600" b="1" dirty="0">
                <a:effectLst/>
                <a:latin typeface="Times New Roman" pitchFamily="18" charset="0"/>
                <a:cs typeface="Times New Roman" pitchFamily="18" charset="0"/>
              </a:rPr>
              <a:t>KPI Summary</a:t>
            </a:r>
            <a:br>
              <a:rPr lang="en-IN" sz="3600" b="1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90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The following visualizations were used for effective insights: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Card Visuals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Display KPIs such as total sales and orders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Line Chart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Sales trend over time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Bar Chart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Category-wise and product-wise sales comparison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Stacked Column Chart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Regional sales distribution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Pie / Donut Chart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Sales contribution by category or region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Table / Matrix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Detailed product-level performance</a:t>
            </a:r>
          </a:p>
          <a:p>
            <a:pPr lvl="0" algn="just"/>
            <a:r>
              <a:rPr lang="en-IN" sz="3400" b="1" dirty="0">
                <a:latin typeface="Times New Roman" pitchFamily="18" charset="0"/>
                <a:cs typeface="Times New Roman" pitchFamily="18" charset="0"/>
              </a:rPr>
              <a:t>Slicers</a:t>
            </a:r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 – Filter by date, category, and region</a:t>
            </a:r>
          </a:p>
          <a:p>
            <a:pPr algn="just"/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These visuals enhance interactivity and usability.</a:t>
            </a:r>
          </a:p>
          <a:p>
            <a:pPr algn="just"/>
            <a:r>
              <a:rPr lang="en-IN" sz="3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> </a:t>
            </a:r>
            <a:r>
              <a:rPr lang="en-IN" sz="4000" b="1" dirty="0">
                <a:effectLst/>
                <a:latin typeface="Times New Roman" pitchFamily="18" charset="0"/>
                <a:cs typeface="Times New Roman" pitchFamily="18" charset="0"/>
              </a:rPr>
              <a:t>Charts Used in the Dashboard</a:t>
            </a:r>
            <a:br>
              <a:rPr lang="en-IN" sz="4000" b="1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IN" sz="40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4581128"/>
            <a:ext cx="2178553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8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1. </a:t>
            </a: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How are overall sales and revenue performing over time? 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2. Which products and categories contribute the most to total revenue? 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3. Which regions or locations generate the highest and lowest sales? 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4. How do profit margins vary across products and categories? 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5. What is the customer purchasing behavior and order frequency? 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6. Which time periods show peak and low sales performance? 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7. How effective are discounts and offers in driving sales?</a:t>
            </a:r>
            <a:endParaRPr lang="en-IN" sz="3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200" b="1" dirty="0">
                <a:effectLst/>
                <a:latin typeface="Times New Roman" pitchFamily="18" charset="0"/>
                <a:cs typeface="Times New Roman" pitchFamily="18" charset="0"/>
              </a:rPr>
              <a:t>The problem statement Questions with </a:t>
            </a:r>
            <a:r>
              <a:rPr lang="en-IN" sz="3200" b="1" dirty="0" smtClean="0">
                <a:effectLst/>
                <a:latin typeface="Times New Roman" pitchFamily="18" charset="0"/>
                <a:cs typeface="Times New Roman" pitchFamily="18" charset="0"/>
              </a:rPr>
              <a:t>Explanations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27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IN" dirty="0"/>
              <a:t> </a:t>
            </a:r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The Amazon Sales Dashboard successfully transforms raw sales data into meaningful business insights. By using Power BI, the dashboard enables stakeholders to:</a:t>
            </a:r>
          </a:p>
          <a:p>
            <a:pPr lvl="0" algn="just"/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Monitor real-time sales performance</a:t>
            </a:r>
          </a:p>
          <a:p>
            <a:pPr lvl="0" algn="just"/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Identify trends and seasonal patterns</a:t>
            </a:r>
          </a:p>
          <a:p>
            <a:pPr lvl="0" algn="just"/>
            <a:r>
              <a:rPr lang="en-IN" sz="3100" dirty="0" err="1">
                <a:latin typeface="Times New Roman" pitchFamily="18" charset="0"/>
                <a:cs typeface="Times New Roman" pitchFamily="18" charset="0"/>
              </a:rPr>
              <a:t>Analyze</a:t>
            </a:r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 product and regional performance</a:t>
            </a:r>
          </a:p>
          <a:p>
            <a:pPr lvl="0" algn="just"/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Support data-driven strategic decisions</a:t>
            </a:r>
          </a:p>
          <a:p>
            <a:pPr algn="just"/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This project demonstrates the effective use of </a:t>
            </a:r>
            <a:r>
              <a:rPr lang="en-IN" sz="3100" b="1" dirty="0">
                <a:latin typeface="Times New Roman" pitchFamily="18" charset="0"/>
                <a:cs typeface="Times New Roman" pitchFamily="18" charset="0"/>
              </a:rPr>
              <a:t>data visualization, </a:t>
            </a:r>
            <a:r>
              <a:rPr lang="en-IN" sz="3100" b="1" dirty="0" err="1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3100" b="1" dirty="0">
                <a:latin typeface="Times New Roman" pitchFamily="18" charset="0"/>
                <a:cs typeface="Times New Roman" pitchFamily="18" charset="0"/>
              </a:rPr>
              <a:t>, and analytics</a:t>
            </a:r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 to solve real-world business problems in the e-commerce domain.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 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600" b="1" dirty="0">
                <a:effectLst/>
                <a:latin typeface="Times New Roman" pitchFamily="18" charset="0"/>
                <a:cs typeface="Times New Roman" pitchFamily="18" charset="0"/>
              </a:rPr>
              <a:t>Conclusion</a:t>
            </a:r>
            <a:br>
              <a:rPr lang="en-IN" sz="3600" b="1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88640"/>
            <a:ext cx="1286613" cy="128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6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439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92</TotalTime>
  <Words>626</Words>
  <Application>Microsoft Office PowerPoint</Application>
  <PresentationFormat>On-screen Show (4:3)</PresentationFormat>
  <Paragraphs>84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PowerPoint Presentation</vt:lpstr>
      <vt:lpstr>PowerPoint Presentation</vt:lpstr>
      <vt:lpstr>Introduction </vt:lpstr>
      <vt:lpstr>Problem Statement </vt:lpstr>
      <vt:lpstr>Dataset Overview </vt:lpstr>
      <vt:lpstr>Technology Used &amp; Data Transformation </vt:lpstr>
      <vt:lpstr>Data Modeling </vt:lpstr>
      <vt:lpstr>KPI Summary </vt:lpstr>
      <vt:lpstr> Charts Used in the Dashboard </vt:lpstr>
      <vt:lpstr>The problem statement Questions with Explanations </vt:lpstr>
      <vt:lpstr>Conclusion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 R</dc:creator>
  <cp:lastModifiedBy>LENOVO R</cp:lastModifiedBy>
  <cp:revision>9</cp:revision>
  <dcterms:created xsi:type="dcterms:W3CDTF">2026-01-23T10:06:40Z</dcterms:created>
  <dcterms:modified xsi:type="dcterms:W3CDTF">2026-01-26T14:10:34Z</dcterms:modified>
</cp:coreProperties>
</file>